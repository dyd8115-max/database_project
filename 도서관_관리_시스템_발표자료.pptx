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DC8FF"/>
                </a:solidFill>
              </a:rPr>
              <a:t>데이터베이스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도서관 관리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PostgreSQL + Python Flask 기반 웹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제출일: 2026년 6월 10일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서비스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2004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도서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4813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도서 등록·조회·삭제, 카테고리/키워드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2004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회원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957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회원 등록·조회, 대출 이력 집계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2004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대출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3101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트랜잭션 기반 대출 처리 — 재고 자동 차감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32004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반납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2245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반납 시 재고 복구, 연체 여부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32004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1389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전체 도서·회원·대출 중·연체 건수 통계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556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릴레이션, 트랜잭션, 인덱스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14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Python 3 + 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986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REST 라우팅, DB 연동 (psycopg2)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Bootstrap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0416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반응형 UI, Jinja2 템플릿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배포 환경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800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Linux + Python venv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1846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로컬 실행 / python app.py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데이터베이스 설계 — 릴레이션 (Relation)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members  (회원)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1051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member_id  PK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8775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name  NOT NULL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39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64991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email  UNIQUE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69079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42231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phone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2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194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join_date  DEFAULT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books  (도서)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81051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book_id  PK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51460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58775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title / author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291839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364991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isbn  UNIQUE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69079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42231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84632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9194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total_copies / avail_copies 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23444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loans  (대출)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73736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81051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loan_id  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51460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58775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book_id  FK → books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291839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364991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member_id  FK → members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069079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142231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loan_date / due_date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84632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9194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status  CHECK (active/returned/overdue)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주요 쿼리 (Query)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JOIN 쿼리 — 대출 목록 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19072"/>
            <a:ext cx="110642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DD3FC"/>
                </a:solidFill>
              </a:rPr>
              <a:t>SELECT l.loan_id, b.title, m.name, l.due_date
FROM loans l
JOIN books b ON l.book_id = b.book_id
JOIN members m ON l.member_id = m.member_id
ORDER BY l.loan_id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GROUP BY 집계 — 회원별 대출 횟수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79392"/>
            <a:ext cx="110642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43399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DD3FC"/>
                </a:solidFill>
              </a:rPr>
              <a:t>SELECT m.name,
  COUNT(l.loan_id) AS total_loans,
  COUNT(CASE WHEN l.status='active' THEN 1 END) AS active
FROM members m
LEFT JOIN loans l ON m.member_id = l.member_id
GROUP BY m.member_id;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트랜잭션 (Transaction) — 대출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943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43560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325880"/>
            <a:ext cx="4114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35607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SELECT ... FOR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303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books 테이블 행 잠금 — 동시 대출 방지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5943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3682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258568"/>
            <a:ext cx="4114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36829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avail_copies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95727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재고 0이면 ROLLBACK → 오류 메시지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91256"/>
            <a:ext cx="5943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3009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191256"/>
            <a:ext cx="4114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30098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INSERT INTO loans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2841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대출 레코드 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23944"/>
            <a:ext cx="5943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2336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123944"/>
            <a:ext cx="4114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2336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UPDATE books SET avail_copies - 1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26110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재고 차감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56632"/>
            <a:ext cx="5943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166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056632"/>
            <a:ext cx="4114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1663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1937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모든 단계 성공 시 최종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</a:rPr>
              <a:t>반납도 동일 구조: UPDATE loans(returned) + UPDATE books(avail+1) →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560320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904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전체 도서·회원·대출 통계 카드 + 최근 대출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58568"/>
            <a:ext cx="2560320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95727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도서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도서 목록 테이블, 카테고리/키워드 검색, 등록/삭제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91256"/>
            <a:ext cx="2560320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회원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55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회원 목록, 총 대출 횟수·현재 대출 집계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23944"/>
            <a:ext cx="2560320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611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대출/반납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8853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대출 현황 테이블, 연체 행 빨간 강조, 반납 버튼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56632"/>
            <a:ext cx="2560320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93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신규 대출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2212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재고 있는 도서 선택 + 회원 선택 → 트랜잭션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실행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44475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DB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691639"/>
            <a:ext cx="105156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0992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</a:rPr>
              <a:t>psql -U postgres
CREATE DATABASE library_db;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029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42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스키마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697480"/>
            <a:ext cx="105156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71576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</a:rPr>
              <a:t>psql -U postgres -d library_db -f schema.sql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029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456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환경 변수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703320"/>
            <a:ext cx="105156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7216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</a:rPr>
              <a:t>cp .env.example .env  →  DB 접속 정보 입력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5029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62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159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패키지 설치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709160"/>
            <a:ext cx="105156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7274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5029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218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</a:rPr>
              <a:t>서버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5715000"/>
            <a:ext cx="105156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</a:rPr>
              <a:t>python app.py  →  http://localhost:5000 접속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DC8FF"/>
                </a:solidFill>
              </a:rPr>
              <a:t>학습 내용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✓  릴레이션 설계  —  테이블 구조, 기본키/외래키, 제약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101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✓  쿼리 작성      —  JOIN, GROUP BY, CASE WHEN, ILIKE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68496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✓  트랜잭션       —  SELECT FOR UPDATE, COMMIT /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26864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✓  웹 연동        —  Flask + psycopg2로 DBMS와 백엔드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GitHub: github.com/dyd8115-max/DataBase_Project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